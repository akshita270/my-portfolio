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0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D9A0"/>
                </a:solidFill>
              </a:rPr>
              <a:t>🧬  GENOMICS HYPOTHESIS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7315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10D9A0"/>
                </a:solidFill>
              </a:rPr>
              <a:t>Gene</a:t>
            </a:r>
            <a:r>
              <a:rPr sz="6000" b="1">
                <a:solidFill>
                  <a:srgbClr val="7EA8C9"/>
                </a:solidFill>
              </a:rPr>
              <a:t>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F4FF"/>
                </a:solidFill>
              </a:rPr>
              <a:t>33M+ papers. 8 agents. One hypothesis.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EA8C9"/>
                </a:solidFill>
              </a:rPr>
              <a:t>An agentic AI system that automatically generates, validates, and ranks scientific
hypotheses from genomics literature and biological databases.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31920"/>
            <a:ext cx="2560320" cy="146304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D9A0"/>
                </a:solidFill>
              </a:rPr>
              <a:t>33M+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EA8C9"/>
                </a:solidFill>
              </a:rPr>
              <a:t>PubMed papers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3931920"/>
            <a:ext cx="2560320" cy="146304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4069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D9A0"/>
                </a:solidFill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EA8C9"/>
                </a:solidFill>
              </a:rPr>
              <a:t>Async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931920"/>
            <a:ext cx="2560320" cy="146304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69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D9A0"/>
                </a:solidFill>
              </a:rPr>
              <a:t>0–100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EA8C9"/>
                </a:solidFill>
              </a:rPr>
              <a:t>Quality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3931920"/>
            <a:ext cx="2560320" cy="146304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4069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D9A0"/>
                </a:solidFill>
              </a:rPr>
              <a:t>&lt;5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EA8C9"/>
                </a:solidFill>
              </a:rPr>
              <a:t>Per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E3A5F"/>
                </a:solidFill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D9A0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F4FF"/>
                </a:solidFill>
              </a:rPr>
              <a:t>Scientific hypothesis generation doesn't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5486400" cy="192024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F4FF"/>
                </a:solidFill>
              </a:rPr>
              <a:t>📚  Literature overload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EA8C9"/>
                </a:solidFill>
              </a:rPr>
              <a:t>Over 33M papers on PubMed. A researcher manually scanning relevant literature for a single hypothesis can spend weeks before forming a testable idea.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920240"/>
            <a:ext cx="5486400" cy="192024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F4FF"/>
                </a:solidFill>
              </a:rPr>
              <a:t>🔗  Fragmented databases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146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EA8C9"/>
                </a:solidFill>
              </a:rPr>
              <a:t>Gene metadata in NCBI. Protein data in UniProt. Disease relationships in literature. No single tool surfaces cross-database connections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23360"/>
            <a:ext cx="5486400" cy="192024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F4FF"/>
                </a:solidFill>
              </a:rPr>
              <a:t>🧪  Unverified leads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EA8C9"/>
                </a:solidFill>
              </a:rPr>
              <a:t>Most AI tools generate hypotheses with no grounding check. A hallucinated gene name reaches the researcher as confidently as a real finding.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023360"/>
            <a:ext cx="5486400" cy="192024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F4FF"/>
                </a:solidFill>
              </a:rPr>
              <a:t>⏱️  Months per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6177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EA8C9"/>
                </a:solidFill>
              </a:rPr>
              <a:t>The literature → hypothesis → validation cycle takes months. Most promising gene-disease connections are never explored because the process doesn't scale.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E3A5F"/>
                </a:solidFill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D9A0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8F4FF"/>
                </a:solidFill>
              </a:rPr>
              <a:t>Type a query. Get ranked, evidence-backed hypotheses in minutes.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2240280"/>
            <a:ext cx="1463040" cy="50292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F4FF"/>
                </a:solidFill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304288"/>
            <a:ext cx="21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EA8C9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6232" y="2240280"/>
            <a:ext cx="1463040" cy="50292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F4FF"/>
                </a:solidFill>
              </a:rPr>
              <a:t>PubMed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2304288"/>
            <a:ext cx="21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EA8C9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3864" y="2240280"/>
            <a:ext cx="1463040" cy="50292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F4FF"/>
                </a:solidFill>
              </a:rPr>
              <a:t>NER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2304288"/>
            <a:ext cx="21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EA8C9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1496" y="2240280"/>
            <a:ext cx="1463040" cy="50292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F4FF"/>
                </a:solidFill>
              </a:rPr>
              <a:t>NCBI + UniProt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304288"/>
            <a:ext cx="21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EA8C9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39128" y="2240280"/>
            <a:ext cx="1463040" cy="502920"/>
          </a:xfrm>
          <a:prstGeom prst="rect">
            <a:avLst/>
          </a:prstGeom>
          <a:solidFill>
            <a:srgbClr val="10D9A0"/>
          </a:solidFill>
          <a:ln w="9525">
            <a:solidFill>
              <a:srgbClr val="10D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40D1A"/>
                </a:solidFill>
              </a:rPr>
              <a:t>Neo4j 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304288"/>
            <a:ext cx="21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EA8C9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240280"/>
            <a:ext cx="1463040" cy="502920"/>
          </a:xfrm>
          <a:prstGeom prst="rect">
            <a:avLst/>
          </a:prstGeom>
          <a:solidFill>
            <a:srgbClr val="10D9A0"/>
          </a:solidFill>
          <a:ln w="9525">
            <a:solidFill>
              <a:srgbClr val="10D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40D1A"/>
                </a:solidFill>
              </a:rPr>
              <a:t>GPT-4o hypotheses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304288"/>
            <a:ext cx="21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EA8C9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94392" y="2240280"/>
            <a:ext cx="1463040" cy="502920"/>
          </a:xfrm>
          <a:prstGeom prst="rect">
            <a:avLst/>
          </a:prstGeom>
          <a:solidFill>
            <a:srgbClr val="10D9A0"/>
          </a:solidFill>
          <a:ln w="9525">
            <a:solidFill>
              <a:srgbClr val="10D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0112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40D1A"/>
                </a:solidFill>
              </a:rPr>
              <a:t>Validated report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017520"/>
            <a:ext cx="10972800" cy="260604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017520"/>
            <a:ext cx="12188952" cy="38100"/>
          </a:xfrm>
          <a:prstGeom prst="rect">
            <a:avLst/>
          </a:prstGeom>
          <a:solidFill>
            <a:srgbClr val="10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154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D9A0"/>
                </a:solidFill>
              </a:rPr>
              <a:t>EXAMPLE OUTPUT — query: "BRCA1 and breast cancer risk"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52044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4FF"/>
                </a:solidFill>
              </a:rPr>
              <a:t>Hypothesis #1 (confidence: 0.91) — BRCA1 loss-of-function variants in triple-negative subtypes correlate with elevated RAD51
pathway dysregulation. Supported by 14 retrieved papers. All genes verified against NCBI Gene DB.
Hypothesis #2 (confidence: 0.84) — BRCA1 promoter methylation co-occurs with PIK3CA mutation in ER+ tumours,
suggesting a combined therapeutic target. Grounded in retrieved evidence.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E3A5F"/>
                </a:solidFill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D9A0"/>
                </a:solidFill>
              </a:rPr>
              <a:t>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F4FF"/>
                </a:solidFill>
              </a:rPr>
              <a:t>8 specialized async agents — each owns one job.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874519"/>
            <a:ext cx="2834640" cy="173736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98424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3A5F"/>
                </a:solidFill>
              </a:rPr>
              <a:t>AGENT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22402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Task 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2624327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Decomposes query into structured subtasks.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355847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0D9A0"/>
                </a:solidFill>
              </a:rPr>
              <a:t>GPT-4o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2112" y="1874519"/>
            <a:ext cx="2834640" cy="173736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198424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3A5F"/>
                </a:solidFill>
              </a:rPr>
              <a:t>AGENT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22402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Literature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704" y="2624327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Searches 33M+ PubMed papers via NCBI Entrez.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3355847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0D9A0"/>
                </a:solidFill>
              </a:rPr>
              <a:t>PubMed · Entrez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5624" y="1874519"/>
            <a:ext cx="2834640" cy="173736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8424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3A5F"/>
                </a:solidFill>
              </a:rPr>
              <a:t>AGENT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2402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Biomedical Extractor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624327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Runs NER on papers — genes, diseases, proteins.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3355847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0D9A0"/>
                </a:solidFill>
              </a:rPr>
              <a:t>spaCy 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9136" y="1874519"/>
            <a:ext cx="2834640" cy="173736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198424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3A5F"/>
                </a:solidFill>
              </a:rPr>
              <a:t>AGENT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2402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Genomics DB Lookup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624327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Enriches genes with NCBI Gene + UniProt metadata.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3355847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0D9A0"/>
                </a:solidFill>
              </a:rPr>
              <a:t>NCBI · UniProt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749039"/>
            <a:ext cx="2834640" cy="1737360"/>
          </a:xfrm>
          <a:prstGeom prst="rect">
            <a:avLst/>
          </a:prstGeom>
          <a:solidFill>
            <a:srgbClr val="10D9A0"/>
          </a:solidFill>
          <a:ln w="9525">
            <a:solidFill>
              <a:srgbClr val="10D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85876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40D1A"/>
                </a:solidFill>
              </a:rPr>
              <a:t>AGENT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" y="41147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0D1A"/>
                </a:solidFill>
              </a:rPr>
              <a:t>Knowledge 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" y="4498847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41020"/>
                </a:solidFill>
              </a:rPr>
              <a:t>Builds gene–disease–protein graph in Neo4j.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" y="5230367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40D1A"/>
                </a:solidFill>
              </a:rPr>
              <a:t>Neo4j AuraDB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82112" y="3749039"/>
            <a:ext cx="2834640" cy="1737360"/>
          </a:xfrm>
          <a:prstGeom prst="rect">
            <a:avLst/>
          </a:prstGeom>
          <a:solidFill>
            <a:srgbClr val="10D9A0"/>
          </a:solidFill>
          <a:ln w="9525">
            <a:solidFill>
              <a:srgbClr val="10D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6704" y="385876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40D1A"/>
                </a:solidFill>
              </a:rPr>
              <a:t>AGENT 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46704" y="41147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0D1A"/>
                </a:solidFill>
              </a:rPr>
              <a:t>Hypothesis Generator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46704" y="4498847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41020"/>
                </a:solidFill>
              </a:rPr>
              <a:t>Reasons across graph to generate ranked hypotheses.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46704" y="5230367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40D1A"/>
                </a:solidFill>
              </a:rPr>
              <a:t>GPT-4o · LangGraph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35624" y="3749039"/>
            <a:ext cx="2834640" cy="1737360"/>
          </a:xfrm>
          <a:prstGeom prst="rect">
            <a:avLst/>
          </a:prstGeom>
          <a:solidFill>
            <a:srgbClr val="10D9A0"/>
          </a:solidFill>
          <a:ln w="9525">
            <a:solidFill>
              <a:srgbClr val="10D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0216" y="385876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40D1A"/>
                </a:solidFill>
              </a:rPr>
              <a:t>AGENT 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41147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40D1A"/>
                </a:solidFill>
              </a:rPr>
              <a:t>Evidence Validator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4498847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41020"/>
                </a:solidFill>
              </a:rPr>
              <a:t>Verifies genes against NCBI; flags ungrounded claims.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5230367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40D1A"/>
                </a:solidFill>
              </a:rPr>
              <a:t>NCBI + faithfulness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89136" y="3749039"/>
            <a:ext cx="2834640" cy="173736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53728" y="385876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3A5F"/>
                </a:solidFill>
              </a:rPr>
              <a:t>AGENT 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41147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Evaluator + Reporter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728" y="4498847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Scores quality 0–100; assembles D3 report.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3728" y="5230367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0D9A0"/>
                </a:solidFill>
              </a:rPr>
              <a:t>GPT-4o · D3.js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E3A5F"/>
                </a:solidFill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D9A0"/>
                </a:solidFill>
              </a:rPr>
              <a:t>PRODUCTION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F4FF"/>
                </a:solidFill>
              </a:rPr>
              <a:t>A safety layer built for scientific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623560" cy="141732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848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D9A0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848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Hallucination 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5059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Every hypothesis gene is verified against NCBI Gene DB before reaching the report. Confabulated gene names are caught and flagged.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920240"/>
            <a:ext cx="5623560" cy="141732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0848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D9A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0848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Faithfulness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45059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Genes in hypotheses must appear in retrieved papers. Unsupported claims are marked low-confidence, not silently passed through.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5623560" cy="141732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6393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D9A0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393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Prompt Injection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0507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Input guardrails check for injection attempts and enforce genomics topic scope before any query reaches the pipeline.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474720"/>
            <a:ext cx="5623560" cy="141732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6393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D9A0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6393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Circuit Breakers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00507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Auto-open on repeated failures to OpenAI, NCBI, or Neo4j — preventing cascade failures and surfacing dependency health clearly.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5623560" cy="141732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19379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D9A0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1937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Concurrency + Timeout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55955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Max 3 simultaneous pipelines via semaphore. 5-minute hard timeout per run. IP rate limiting at 10 req/min.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5029200"/>
            <a:ext cx="5623560" cy="141732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519379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D9A0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1937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Per-Agent Tracing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55955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Every agent logs timing, token counts, and flags via /trace/{job_id}. Full audit trail for reproducibility.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E3A5F"/>
                </a:solidFill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D9A0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F4FF"/>
                </a:solidFill>
              </a:rPr>
              <a:t>Every layer chosen for reliability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D9A0"/>
                </a:solidFill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194560"/>
            <a:ext cx="5486400" cy="402336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6771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EA8C9"/>
                </a:solidFill>
              </a:rPr>
              <a:t>BACKEND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26771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4FF"/>
                </a:solidFill>
              </a:rPr>
              <a:t>FastAPI + asyncio background tasks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33472"/>
            <a:ext cx="5486400" cy="402336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0662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EA8C9"/>
                </a:solidFill>
              </a:rPr>
              <a:t>AI /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70662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4FF"/>
                </a:solidFill>
              </a:rPr>
              <a:t>GPT-4o · LangChain · LangGraph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072384"/>
            <a:ext cx="5486400" cy="402336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455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EA8C9"/>
                </a:solidFill>
              </a:rPr>
              <a:t>LITERATURE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14553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4FF"/>
                </a:solidFill>
              </a:rPr>
              <a:t>NCBI Entrez / Biopython (PubMed)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11296"/>
            <a:ext cx="5486400" cy="402336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844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EA8C9"/>
                </a:solidFill>
              </a:rPr>
              <a:t>GENE ENRICHMENT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58444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4FF"/>
                </a:solidFill>
              </a:rPr>
              <a:t>NCBI Gene REST + UniProt REST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950208"/>
            <a:ext cx="5486400" cy="402336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EA8C9"/>
                </a:solidFill>
              </a:rPr>
              <a:t>KNOWLEDGE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02336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4FF"/>
                </a:solidFill>
              </a:rPr>
              <a:t>Neo4j AuraDB (Bolt/async driver)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389120"/>
            <a:ext cx="5486400" cy="402336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622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EA8C9"/>
                </a:solidFill>
              </a:rPr>
              <a:t>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46227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4FF"/>
                </a:solidFill>
              </a:rPr>
              <a:t>Clerk (RS256 JWT, JWKS-cached)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828031"/>
            <a:ext cx="5486400" cy="402336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01183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EA8C9"/>
                </a:solidFill>
              </a:rPr>
              <a:t>USER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901183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4FF"/>
                </a:solidFill>
              </a:rPr>
              <a:t>Neon PostgreSQL (connection pooled)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266944"/>
            <a:ext cx="5486400" cy="402336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3400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EA8C9"/>
                </a:solidFill>
              </a:rPr>
              <a:t>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534009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4FF"/>
                </a:solidFill>
              </a:rPr>
              <a:t>Vanilla JS + D3.js v7 force graph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705856"/>
            <a:ext cx="5486400" cy="402336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7790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EA8C9"/>
                </a:solidFill>
              </a:rPr>
              <a:t>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577900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4FF"/>
                </a:solidFill>
              </a:rPr>
              <a:t>Render (API) + Vercel (frontend)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187451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D9A0"/>
                </a:solidFill>
              </a:rPr>
              <a:t>API ENDPOINTS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1945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D9A0"/>
                </a:solidFill>
              </a:rP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21945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4FF"/>
                </a:solidFill>
              </a:rPr>
              <a:t>/query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21945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EA8C9"/>
                </a:solidFill>
              </a:rPr>
              <a:t>— Start a pipeline job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270662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27066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4FF"/>
                </a:solidFill>
              </a:rPr>
              <a:t>/status/{job_id}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270662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EA8C9"/>
                </a:solidFill>
              </a:rPr>
              <a:t>— Poll progress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21868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32186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4FF"/>
                </a:solidFill>
              </a:rPr>
              <a:t>/stream/{job_id}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32186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EA8C9"/>
                </a:solidFill>
              </a:rPr>
              <a:t>— SSE real-time events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37307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37307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4FF"/>
                </a:solidFill>
              </a:rPr>
              <a:t>/result/{job_id}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64040" y="37307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EA8C9"/>
                </a:solidFill>
              </a:rPr>
              <a:t>— Fetch completed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24281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42428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4FF"/>
                </a:solidFill>
              </a:rPr>
              <a:t>/trace/{job_id}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4040" y="424281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EA8C9"/>
                </a:solidFill>
              </a:rPr>
              <a:t>— Per-agent timing + audit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475488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47548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4FF"/>
                </a:solidFill>
              </a:rPr>
              <a:t>/metrics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4040" y="4754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EA8C9"/>
                </a:solidFill>
              </a:rPr>
              <a:t>— Job counts, cache, circuit breakers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526694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52669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4FF"/>
                </a:solidFill>
              </a:rPr>
              <a:t>/health/deep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64040" y="526694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EA8C9"/>
                </a:solidFill>
              </a:rPr>
              <a:t>— Validates Neo4j, Neon, breakers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60" y="577900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57790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4FF"/>
                </a:solidFill>
              </a:rPr>
              <a:t>/history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57790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EA8C9"/>
                </a:solidFill>
              </a:rPr>
              <a:t>— User query history (auth required)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E3A5F"/>
                </a:solidFill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D9A0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F4FF"/>
                </a:solidFill>
              </a:rPr>
              <a:t>From query to validated hypothesis — one API call.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10972800" cy="4480560"/>
          </a:xfrm>
          <a:prstGeom prst="rect">
            <a:avLst/>
          </a:prstGeom>
          <a:solidFill>
            <a:srgbClr val="02081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20240"/>
            <a:ext cx="12188952" cy="38100"/>
          </a:xfrm>
          <a:prstGeom prst="rect">
            <a:avLst/>
          </a:prstGeom>
          <a:solidFill>
            <a:srgbClr val="10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0D9A0"/>
                </a:solidFill>
              </a:rPr>
              <a:t>POST /query {"query": "new gene relationships in Alzheimer's disease"}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000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E3A5F"/>
                </a:solidFill>
              </a:rPr>
              <a:t>→ job_id: gs_7a3f9c  |  status: running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4378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── agent 01 task_planner ···················· 1.2s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9067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── agent 02 literature (47 papers found) ···· 4.8s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── agent 03 extractor (23 genes, 8 diseases) · 2.1s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8444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── agent 04 genomics_db (NCBI enriched) ····· 3.4s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31335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── agent 05 knowledge_graph (Neo4j written) ·· 1.9s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7822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── agent 06 hypothesis_gen ·················· 6.3s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251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── agent 07 validator (2/3 verified) ········ 2.2s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── agent 08 evaluator ······················· 1.8s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6577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8BDF8"/>
                </a:solidFill>
              </a:rPr>
              <a:t>quality_score: 87 /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1266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4FF"/>
                </a:solidFill>
              </a:rPr>
              <a:t>hypothesis_1: "TREM2 R47H variant associates with reduced microglial phagocytosis of Aβ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5955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4FF"/>
                </a:solidFill>
              </a:rPr>
              <a:t>              — supported by 11 papers, confidence 0.89"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064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4FF"/>
                </a:solidFill>
              </a:rPr>
              <a:t>hypothesis_2: "CLU overexpression co-localises with APOE ε4 in late-onset cases,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0533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4FF"/>
                </a:solidFill>
              </a:rPr>
              <a:t>              suggesting combined lipid-clearance pathway failure"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E3A5F"/>
                </a:solidFill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D9A0"/>
                </a:solidFill>
              </a:rPr>
              <a:t>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F4FF"/>
                </a:solidFill>
              </a:rPr>
              <a:t>Numbers that matter for a research tool.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3566160" cy="196596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39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D9A0"/>
                </a:solidFill>
              </a:rPr>
              <a:t>33M+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1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PubMed papers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81527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Searchable via NCBI Entrez on every query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3038812400" y="1874519"/>
            <a:ext cx="3566160" cy="196596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3039041000" y="205739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D9A0"/>
                </a:solidFill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3039041000" y="27431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Async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3039041000" y="3081527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Each independently traceable with timing + token 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06077167600" y="1874519"/>
            <a:ext cx="3566160" cy="196596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06077396200" y="205739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D9A0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6077396200" y="27431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Max concurrent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6077396200" y="3081527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Semaphore prevents upstream API saturation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923094802519"/>
            <a:ext cx="3566160" cy="196596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192309498539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D9A0"/>
                </a:solidFill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9230956711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Hard timeout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923096009527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Cached results return instantly on repeat queries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03038812400" y="1923094802519"/>
            <a:ext cx="3566160" cy="196596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3039041000" y="192309498539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D9A0"/>
                </a:solidFill>
              </a:rPr>
              <a:t>10/min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3039041000" y="19230956711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IP rate limit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3039041000" y="1923096009527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Middleware-enforced; protects paid API quota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06077167600" y="1923094802519"/>
            <a:ext cx="3566160" cy="196596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06077396200" y="192309498539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D9A0"/>
                </a:solidFill>
              </a:rPr>
              <a:t>0–100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6077396200" y="19230956711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F4FF"/>
                </a:solidFill>
              </a:rPr>
              <a:t>Quality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6077396200" y="1923096009527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GPT-4o evaluator grades evidence coverage per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E3A5F"/>
                </a:solidFill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D9A0"/>
                </a:solidFill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8F4FF"/>
                </a:solidFill>
              </a:rPr>
              <a:t>Built for researchers who move faster than the literature.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874519"/>
            <a:ext cx="5669280" cy="214884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03911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F4FF"/>
                </a:solidFill>
              </a:rPr>
              <a:t>🔬  Drug target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23159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Identify novel gene–disease associations and protein relationships that suggest unexplored therapeutic targets — before a literature review would surface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41071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D9A0"/>
                </a:solidFill>
              </a:rPr>
              <a:t>"undiscovered gene targets in Parkinson's disease"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74519"/>
            <a:ext cx="5669280" cy="214884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3911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F4FF"/>
                </a:solidFill>
              </a:rPr>
              <a:t>🧬  Variant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423159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Query specific variants to surface co-occurring genes, known pathway associations, and evidence-grounded hypotheses about clinical significance.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341071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D9A0"/>
                </a:solidFill>
              </a:rPr>
              <a:t>"BRCA1 R1699W variant functional impact"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160520"/>
            <a:ext cx="5669280" cy="214884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43251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F4FF"/>
                </a:solidFill>
              </a:rPr>
              <a:t>📊  Competitive landscape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7091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Explore what the literature knows about a gene or pathway — ranked hypotheses surface the strongest supported connections for grant writing or paper framing.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696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D9A0"/>
                </a:solidFill>
              </a:rPr>
              <a:t>"mTOR pathway in type 2 diabetes resistance"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160520"/>
            <a:ext cx="5669280" cy="2148840"/>
          </a:xfrm>
          <a:prstGeom prst="rect">
            <a:avLst/>
          </a:prstGeom>
          <a:solidFill>
            <a:srgbClr val="0B1628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43251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F4FF"/>
                </a:solidFill>
              </a:rPr>
              <a:t>🗺️  Knowledge graph exploration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7091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EA8C9"/>
                </a:solidFill>
              </a:rPr>
              <a:t>Navigate gene–disease–protein relationships visually in the interactive D3 force graph, revealing multi-hop connections invisible in flat search results.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5696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D9A0"/>
                </a:solidFill>
              </a:rPr>
              <a:t>Interactive — no query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E3A5F"/>
                </a:solidFill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0D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D9A0"/>
                </a:solidFill>
              </a:rPr>
              <a:t>BUILT BY AKSHITA JAIN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E8F4FF"/>
                </a:solidFill>
              </a:rPr>
              <a:t>Science doesn't move at the speed of PubMed.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0D9A0"/>
                </a:solidFill>
              </a:rPr>
              <a:t>Now it can.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8BDF8"/>
                </a:solidFill>
              </a:rPr>
              <a:t>github.com/akshita270/GeneSight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EA8C9"/>
                </a:solidFill>
              </a:rPr>
              <a:t>linkedin.com/in/akshita-jain07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</a:rPr>
              <a:t>FastAPI  ·  GPT-4o  ·  LangGraph  ·  Neo4j  ·  spaCy  ·  D3.js  ·  Clerk  ·  Neon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EA8C9"/>
                </a:solidFill>
              </a:rPr>
              <a:t>Akshita Jain  —  AI Engineer  ·  Healthcare &amp; Genomics  ·  Delhi, India
jakshita770@gmail.com  ·  linkedin.com/in/akshita-jain07  ·  github.com/akshita270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E3A5F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