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SehatRx: an AI-powered consultation-to-prescription app for Indian clinics.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Sets up the real-world problem: doctor time, illegible/lost prescriptions, and patients underserved by typical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pipeline: voice -&gt; Whisper transcription -&gt; GPT-4o-mini structured drafting -&gt; doctor approval -&gt; instant patient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USPs: talk-not-type, Hindi/Hinglish native transcription, instant reliable delivery with family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claim-code / duplicate patient record bug: root-caused and fixed by removing claim codes for phone-or-email matching with dedup at intake.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deliberate anti-hallucination decision: allergy/drug-interaction checks use curated lookup tables, not an LLM call, because a confident wrong answer is worse than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Localization and accessibility features: bilingual output, TTS listen, caregiver access, phone-based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FastAPI/SQLAlchemy/Alembic/Pydantic backend, React/Vite frontend, Postgres, Whisper + GPT-4o-mini, WeasyPrint PDFs, Vercel + AWS EC2.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of shipped, tested, real-world software: 41 pytest tests, live production deployment, two documented production bugs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CTA slide with live demo, GitHub, Medium article, and contact 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953632"/>
            <a:ext cx="5175504" cy="4950735"/>
          </a:xfrm>
          <a:prstGeom prst="roundRect">
            <a:avLst>
              <a:gd name="adj" fmla="val 2955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1026784"/>
            <a:ext cx="5029200" cy="4804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Sehat</a:t>
            </a:r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8680" y="2788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doctor's voice into a ready prescription — instantly.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8680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prescription app, built for real Indian clinics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Akshita Jain  ·  AI Engineer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 is eating doctors' time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503920" y="502920"/>
            <a:ext cx="3063240" cy="2331720"/>
          </a:xfrm>
          <a:prstGeom prst="roundRect">
            <a:avLst>
              <a:gd name="adj" fmla="val 549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777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0" y="1783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seen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doctor, every 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658368" cy="65836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2489728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134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and hard to read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64261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prescription is written by hand, fast, and often only the pharmacist can read it.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630168"/>
            <a:ext cx="658368" cy="65836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378817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get lost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08760" y="394106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slips go missing, get torn, or end up as a blurry photo on someone's phone.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928616"/>
            <a:ext cx="658368" cy="65836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508662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9103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are left out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52395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elderly patients can't read English well, and plenty don't even have an email address.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talk. The app does the rest.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55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27048" y="2395728"/>
            <a:ext cx="768096" cy="76809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391" y="2580071"/>
            <a:ext cx="399410" cy="3994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3832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talks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79476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conversation with the patient, nothing typed.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91256" y="32004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38144" y="20116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8144" y="1755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14" name="Text 11"/>
          <p:cNvSpPr/>
          <p:nvPr/>
        </p:nvSpPr>
        <p:spPr>
          <a:xfrm>
            <a:off x="3438144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25112" y="2395728"/>
            <a:ext cx="768096" cy="76809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455" y="2580071"/>
            <a:ext cx="399410" cy="3994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02736" y="33832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listens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602736" y="379476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conversation into text — Hindi, English, or both.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989320" y="32004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236208" y="20116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36208" y="1755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2" name="Text 18"/>
          <p:cNvSpPr/>
          <p:nvPr/>
        </p:nvSpPr>
        <p:spPr>
          <a:xfrm>
            <a:off x="6236208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123176" y="2395728"/>
            <a:ext cx="768096" cy="76809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519" y="2580071"/>
            <a:ext cx="399410" cy="39941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33832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it up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00800" y="379476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a clean, organized prescription automatically.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787384" y="32004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034272" y="201168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034272" y="1755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0" name="Text 25"/>
          <p:cNvSpPr/>
          <p:nvPr/>
        </p:nvSpPr>
        <p:spPr>
          <a:xfrm>
            <a:off x="9034272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9921240" y="2395728"/>
            <a:ext cx="768096" cy="76809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583" y="2580071"/>
            <a:ext cx="399410" cy="39941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98864" y="33832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delivered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198864" y="379476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sees it the second the doctor approves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Isn't Just Another AI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actually matter to the people using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4615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671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just talks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11680" y="262432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typing mid-consultation. For someone seeing 40+ patients a day, that's real time back.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538728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858768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5" y="403433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37398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way people here do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011680" y="4197096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English, or a natural mix of both — not just the English half of the sentence.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5111496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5431536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5607101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531266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lost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11680" y="576986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patient's phone the second it's sent, and a family member can see it too.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 That Changed the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actually using the app, not a hypothetical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468880"/>
            <a:ext cx="822960" cy="822960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750" y="26663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own prescription was missing from their account after the doctor sent 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41648" y="370332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4340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23560" y="2468880"/>
            <a:ext cx="822960" cy="822960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070" y="26663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17720" y="39319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patient existed as two separate records: one made by the doctor, one from sign-up.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744968" y="370332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04672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26880" y="24688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390" y="266639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2104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fix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321040" y="39319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old verification-code system. Now the app matches by phone or email first, so one person is always one record.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It Helps. Not Where It's Risky.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 and safety checks, a tested checklist beats an AI guess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423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for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33756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speech into text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structured prescription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it into Hindi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28600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423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use AI for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33375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drug-allergy conflicts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dangerous drug combinations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0" y="46177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fixed checklist instead — instant, free, and it never makes something up.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Indian Clinics, Not a Template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traces back to a real patient, not a feature checklist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English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6243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prescription is available in both languages, automatically.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286000"/>
            <a:ext cx="822960" cy="8229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24835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loud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6243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can't read still get the full instructions, spoken.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297680"/>
            <a:ext cx="822960" cy="8229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44951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access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11680" y="46360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can be linked in to see a relative's prescriptions too.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397764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297680"/>
            <a:ext cx="822960" cy="8229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449519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needed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6360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number alone is enough to sign up and stay in touch.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proven stack — not novelty for its own sake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0764" y="237744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885" y="2570561"/>
            <a:ext cx="418429" cy="418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21488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75404" y="237744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25" y="2570561"/>
            <a:ext cx="418429" cy="418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21488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10044" y="237744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165" y="2570561"/>
            <a:ext cx="418429" cy="4184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144000" y="21488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44684" y="237744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7805" y="2570561"/>
            <a:ext cx="418429" cy="4184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+ GPT-4o-mini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3891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540764" y="461772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885" y="4810841"/>
            <a:ext cx="418429" cy="4184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5577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74720" y="43891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375404" y="461772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525" y="4810841"/>
            <a:ext cx="418429" cy="41842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11880" y="5577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309360" y="43891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210044" y="461772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3165" y="4810841"/>
            <a:ext cx="418429" cy="41842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46520" y="5577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9144000" y="43891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32036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0044684" y="4617720"/>
            <a:ext cx="804672" cy="804672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7805" y="4810841"/>
            <a:ext cx="418429" cy="41842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281160" y="5577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Audio Output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Tested, and Actually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on this deck was found by using the real app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2171700" y="242316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265" y="25987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54880" y="205740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103620" y="242316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185" y="25987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937760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internet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686800" y="205740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035540" y="242316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105" y="25987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869680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fixed after launch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9260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for Yourself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868680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sign-up needed — demo accounts are ready to go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68680" y="2468880"/>
            <a:ext cx="566928" cy="566928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610612"/>
            <a:ext cx="283464" cy="283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2450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600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sehatrx.vercel.app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68680" y="3337560"/>
            <a:ext cx="566928" cy="566928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479292"/>
            <a:ext cx="283464" cy="2834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3319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6002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github.com/akshita270/sehatrx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1B2C4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4347972"/>
            <a:ext cx="283464" cy="2834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187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Write-Up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600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medium.com/@jakshita770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Akshita Jain  ·  AI Engineer  ·  jakshita770@gmail.com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SehatRx</dc:title>
  <dc:subject>PptxGenJS Presentation</dc:subject>
  <dc:creator>Akshita Jain</dc:creator>
  <cp:lastModifiedBy>Akshita Jain</cp:lastModifiedBy>
  <cp:revision>1</cp:revision>
  <dcterms:created xsi:type="dcterms:W3CDTF">2026-08-11T14:43:21Z</dcterms:created>
  <dcterms:modified xsi:type="dcterms:W3CDTF">2026-08-11T14:43:21Z</dcterms:modified>
</cp:coreProperties>
</file>